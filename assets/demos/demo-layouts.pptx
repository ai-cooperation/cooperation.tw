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Layout: Title and Content。 觸發條件：只有標題 + 純文字內容（無分欄、無圖片）。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Layout: Two Content。 觸發條件：使用 columns 語法分成兩欄，且兩欄都是純文字。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Layout: Comparison。 觸發條件：兩欄中至少一欄包含「文字 + 非文字（圖片/表格）」。 每欄有獨立的標題列，適合做對比呈現。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Layout: Content with Caption。 觸發條件：非雙欄投影片中，文字段落後接圖片（或表格）。 左側放標題與說明文字，右側放大圖。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Layout: Blank + background-image。 觸發條件：投影片只有空白內容（non-breaking space），搭配 background-image 屬性。 整張投影片以全版背景圖呈現，適合視覺衝擊頁或章節過場。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Layout: Title and Content + background-image。 背景圖以 stretch 模式填滿投影片，文字疊在上方。 建議使用暗色背景圖或在模板中加半透明遮罩確保文字可讀。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這張投影片本身使用「Two Content」layout，兩欄都是純文字列表。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rgbClr val="1A1A2E"/>
            </a:gs>
            <a:gs pos="100000">
              <a:srgbClr val="16213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  <a:lvl2pPr>
              <a:defRPr sz="4000" b="1">
                <a:solidFill>
                  <a:srgbClr val="FFFFFF"/>
                </a:solidFill>
              </a:defRPr>
            </a:lvl2pPr>
            <a:lvl3pPr>
              <a:defRPr sz="4000" b="1">
                <a:solidFill>
                  <a:srgbClr val="FFFFFF"/>
                </a:solidFill>
              </a:defRPr>
            </a:lvl3pPr>
            <a:lvl4pPr>
              <a:defRPr sz="4000" b="1">
                <a:solidFill>
                  <a:srgbClr val="FFFFFF"/>
                </a:solidFill>
              </a:defRPr>
            </a:lvl4pPr>
            <a:lvl5pPr>
              <a:defRPr sz="4000" b="1">
                <a:solidFill>
                  <a:srgbClr val="FFFFFF"/>
                </a:solidFill>
              </a:defRPr>
            </a:lvl5pPr>
          </a:lstStyle>
          <a:p>
            <a:pPr algn="ctr"/>
            <a:r>
              <a:rPr lang="en-US" sz="4000" b="1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rgbClr val="00D2FF"/>
                </a:solidFill>
              </a:defRPr>
            </a:lvl1pPr>
            <a:lvl2pPr marL="342900" indent="0" algn="ctr">
              <a:buNone/>
              <a:defRPr sz="2000" b="0">
                <a:solidFill>
                  <a:srgbClr val="00D2FF"/>
                </a:solidFill>
              </a:defRPr>
            </a:lvl2pPr>
            <a:lvl3pPr marL="685800" indent="0" algn="ctr">
              <a:buNone/>
              <a:defRPr sz="2000" b="0">
                <a:solidFill>
                  <a:srgbClr val="00D2FF"/>
                </a:solidFill>
              </a:defRPr>
            </a:lvl3pPr>
            <a:lvl4pPr marL="1028700" indent="0" algn="ctr">
              <a:buNone/>
              <a:defRPr sz="2000" b="0">
                <a:solidFill>
                  <a:srgbClr val="00D2FF"/>
                </a:solidFill>
              </a:defRPr>
            </a:lvl4pPr>
            <a:lvl5pPr marL="1371600" indent="0" algn="ctr">
              <a:buNone/>
              <a:defRPr sz="2000" b="0">
                <a:solidFill>
                  <a:srgbClr val="00D2FF"/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sz="2000" b="0">
                <a:solidFill>
                  <a:srgbClr val="00D2FF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1828800" y="2800000"/>
            <a:ext cx="5486400" cy="12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 b="1">
                <a:solidFill>
                  <a:srgbClr val="00D2FF"/>
                </a:solidFill>
              </a:defRPr>
            </a:lvl1pPr>
            <a:lvl2pPr>
              <a:defRPr sz="3000" b="1">
                <a:solidFill>
                  <a:srgbClr val="00D2FF"/>
                </a:solidFill>
              </a:defRPr>
            </a:lvl2pPr>
            <a:lvl3pPr>
              <a:defRPr sz="3000" b="1">
                <a:solidFill>
                  <a:srgbClr val="00D2FF"/>
                </a:solidFill>
              </a:defRPr>
            </a:lvl3pPr>
            <a:lvl4pPr>
              <a:defRPr sz="3000" b="1">
                <a:solidFill>
                  <a:srgbClr val="00D2FF"/>
                </a:solidFill>
              </a:defRPr>
            </a:lvl4pPr>
            <a:lvl5pPr>
              <a:defRPr sz="3000" b="1">
                <a:solidFill>
                  <a:srgbClr val="00D2FF"/>
                </a:solidFill>
              </a:defRPr>
            </a:lvl5pPr>
          </a:lstStyle>
          <a:p>
            <a:r>
              <a:rPr lang="en-US" sz="3000" b="1">
                <a:solidFill>
                  <a:srgbClr val="00D2FF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 b="0">
                <a:solidFill>
                  <a:srgbClr val="E0E0E0"/>
                </a:solidFill>
              </a:defRPr>
            </a:lvl1pPr>
            <a:lvl2pPr>
              <a:defRPr sz="1800" b="0">
                <a:solidFill>
                  <a:srgbClr val="E0E0E0"/>
                </a:solidFill>
              </a:defRPr>
            </a:lvl2pPr>
            <a:lvl3pPr>
              <a:defRPr sz="1800" b="0">
                <a:solidFill>
                  <a:srgbClr val="E0E0E0"/>
                </a:solidFill>
              </a:defRPr>
            </a:lvl3pPr>
            <a:lvl4pPr>
              <a:defRPr sz="1800" b="0">
                <a:solidFill>
                  <a:srgbClr val="E0E0E0"/>
                </a:solidFill>
              </a:defRPr>
            </a:lvl4pPr>
            <a:lvl5pPr>
              <a:defRPr sz="1800" b="0">
                <a:solidFill>
                  <a:srgbClr val="E0E0E0"/>
                </a:solidFill>
              </a:defRPr>
            </a:lvl5pPr>
          </a:lstStyle>
          <a:p>
            <a:pPr lvl="0"/>
            <a:r>
              <a:rPr lang="en-US" sz="1800" b="0">
                <a:solidFill>
                  <a:srgbClr val="E0E0E0"/>
                </a:solidFill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E0E0E0"/>
                </a:solidFill>
              </a:rPr>
              <a:t>Second level</a:t>
            </a:r>
          </a:p>
          <a:p>
            <a:pPr lvl="2"/>
            <a:r>
              <a:rPr lang="en-US" sz="1800" b="0">
                <a:solidFill>
                  <a:srgbClr val="E0E0E0"/>
                </a:solidFill>
              </a:rPr>
              <a:t>Third level</a:t>
            </a:r>
          </a:p>
          <a:p>
            <a:pPr lvl="3"/>
            <a:r>
              <a:rPr lang="en-US" sz="1800" b="0">
                <a:solidFill>
                  <a:srgbClr val="E0E0E0"/>
                </a:solidFill>
              </a:rPr>
              <a:t>Fourth level</a:t>
            </a:r>
          </a:p>
          <a:p>
            <a:pPr lvl="4"/>
            <a:r>
              <a:rPr lang="en-US" sz="1800" b="0">
                <a:solidFill>
                  <a:srgbClr val="E0E0E0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72000" cy="51435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99" name="AccentBar"/>
          <p:cNvSpPr/>
          <p:nvPr/>
        </p:nvSpPr>
        <p:spPr>
          <a:xfrm>
            <a:off x="457200" y="4743500"/>
            <a:ext cx="8229600" cy="18000"/>
          </a:xfrm>
          <a:prstGeom prst="rect">
            <a:avLst/>
          </a:prstGeom>
          <a:solidFill>
            <a:srgbClr val="3333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rgbClr val="0F0F23"/>
            </a:gs>
            <a:gs pos="100000">
              <a:srgbClr val="1A1A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</a:lstStyle>
          <a:p>
            <a:pPr algn="l"/>
            <a:r>
              <a:rPr lang="en-US" sz="3600" b="1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rgbClr val="00D2FF"/>
                </a:solidFill>
              </a:defRPr>
            </a:lvl1pPr>
            <a:lvl2pPr marL="342900" indent="0">
              <a:buNone/>
              <a:defRPr sz="1800" b="0">
                <a:solidFill>
                  <a:srgbClr val="00D2FF"/>
                </a:solidFill>
              </a:defRPr>
            </a:lvl2pPr>
            <a:lvl3pPr marL="685800" indent="0">
              <a:buNone/>
              <a:defRPr sz="1800" b="0">
                <a:solidFill>
                  <a:srgbClr val="00D2FF"/>
                </a:solidFill>
              </a:defRPr>
            </a:lvl3pPr>
            <a:lvl4pPr marL="1028700" indent="0">
              <a:buNone/>
              <a:defRPr sz="1800" b="0">
                <a:solidFill>
                  <a:srgbClr val="00D2FF"/>
                </a:solidFill>
              </a:defRPr>
            </a:lvl4pPr>
            <a:lvl5pPr marL="1371600" indent="0">
              <a:buNone/>
              <a:defRPr sz="1800" b="0">
                <a:solidFill>
                  <a:srgbClr val="00D2FF"/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z="1800" b="0">
                <a:solidFill>
                  <a:srgbClr val="00D2FF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20000" cy="514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00D2FF"/>
                </a:solidFill>
              </a:defRPr>
            </a:lvl1pPr>
            <a:lvl2pPr>
              <a:defRPr sz="2800" b="1">
                <a:solidFill>
                  <a:srgbClr val="00D2FF"/>
                </a:solidFill>
              </a:defRPr>
            </a:lvl2pPr>
            <a:lvl3pPr>
              <a:defRPr sz="2800" b="1">
                <a:solidFill>
                  <a:srgbClr val="00D2FF"/>
                </a:solidFill>
              </a:defRPr>
            </a:lvl3pPr>
            <a:lvl4pPr>
              <a:defRPr sz="2800" b="1">
                <a:solidFill>
                  <a:srgbClr val="00D2FF"/>
                </a:solidFill>
              </a:defRPr>
            </a:lvl4pPr>
            <a:lvl5pPr>
              <a:defRPr sz="2800" b="1">
                <a:solidFill>
                  <a:srgbClr val="00D2FF"/>
                </a:solidFill>
              </a:defRPr>
            </a:lvl5pPr>
          </a:lstStyle>
          <a:p>
            <a:r>
              <a:rPr lang="en-US" sz="2800" b="1">
                <a:solidFill>
                  <a:srgbClr val="00D2FF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00" b="0">
                <a:solidFill>
                  <a:srgbClr val="E0E0E0"/>
                </a:solidFill>
              </a:defRPr>
            </a:lvl1pPr>
            <a:lvl2pPr>
              <a:defRPr sz="1600" b="0">
                <a:solidFill>
                  <a:srgbClr val="E0E0E0"/>
                </a:solidFill>
              </a:defRPr>
            </a:lvl2pPr>
            <a:lvl3pPr>
              <a:defRPr sz="1600" b="0">
                <a:solidFill>
                  <a:srgbClr val="E0E0E0"/>
                </a:solidFill>
              </a:defRPr>
            </a:lvl3pPr>
            <a:lvl4pPr>
              <a:defRPr sz="1600" b="0">
                <a:solidFill>
                  <a:srgbClr val="E0E0E0"/>
                </a:solidFill>
              </a:defRPr>
            </a:lvl4pPr>
            <a:lvl5pPr>
              <a:defRPr sz="1600" b="0">
                <a:solidFill>
                  <a:srgbClr val="E0E0E0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600" b="0">
                <a:solidFill>
                  <a:srgbClr val="E0E0E0"/>
                </a:solidFill>
              </a:rPr>
              <a:t>Click to edit Master text styles</a:t>
            </a:r>
          </a:p>
          <a:p>
            <a:pPr lvl="1"/>
            <a:r>
              <a:rPr lang="en-US" sz="1600" b="0">
                <a:solidFill>
                  <a:srgbClr val="E0E0E0"/>
                </a:solidFill>
              </a:rPr>
              <a:t>Second level</a:t>
            </a:r>
          </a:p>
          <a:p>
            <a:pPr lvl="2"/>
            <a:r>
              <a:rPr lang="en-US" sz="1600" b="0">
                <a:solidFill>
                  <a:srgbClr val="E0E0E0"/>
                </a:solidFill>
              </a:rPr>
              <a:t>Third level</a:t>
            </a:r>
          </a:p>
          <a:p>
            <a:pPr lvl="3"/>
            <a:r>
              <a:rPr lang="en-US" sz="1600" b="0">
                <a:solidFill>
                  <a:srgbClr val="E0E0E0"/>
                </a:solidFill>
              </a:rPr>
              <a:t>Fourth level</a:t>
            </a:r>
          </a:p>
          <a:p>
            <a:pPr lvl="4"/>
            <a:r>
              <a:rPr lang="en-US" sz="1600" b="0">
                <a:solidFill>
                  <a:srgbClr val="E0E0E0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00" b="0">
                <a:solidFill>
                  <a:srgbClr val="E0E0E0"/>
                </a:solidFill>
              </a:defRPr>
            </a:lvl1pPr>
            <a:lvl2pPr>
              <a:defRPr sz="1600" b="0">
                <a:solidFill>
                  <a:srgbClr val="E0E0E0"/>
                </a:solidFill>
              </a:defRPr>
            </a:lvl2pPr>
            <a:lvl3pPr>
              <a:defRPr sz="1600" b="0">
                <a:solidFill>
                  <a:srgbClr val="E0E0E0"/>
                </a:solidFill>
              </a:defRPr>
            </a:lvl3pPr>
            <a:lvl4pPr>
              <a:defRPr sz="1600" b="0">
                <a:solidFill>
                  <a:srgbClr val="E0E0E0"/>
                </a:solidFill>
              </a:defRPr>
            </a:lvl4pPr>
            <a:lvl5pPr>
              <a:defRPr sz="1600" b="0">
                <a:solidFill>
                  <a:srgbClr val="E0E0E0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600" b="0">
                <a:solidFill>
                  <a:srgbClr val="E0E0E0"/>
                </a:solidFill>
              </a:rPr>
              <a:t>Click to edit Master text styles</a:t>
            </a:r>
          </a:p>
          <a:p>
            <a:pPr lvl="1"/>
            <a:r>
              <a:rPr lang="en-US" sz="1600" b="0">
                <a:solidFill>
                  <a:srgbClr val="E0E0E0"/>
                </a:solidFill>
              </a:rPr>
              <a:t>Second level</a:t>
            </a:r>
          </a:p>
          <a:p>
            <a:pPr lvl="2"/>
            <a:r>
              <a:rPr lang="en-US" sz="1600" b="0">
                <a:solidFill>
                  <a:srgbClr val="E0E0E0"/>
                </a:solidFill>
              </a:rPr>
              <a:t>Third level</a:t>
            </a:r>
          </a:p>
          <a:p>
            <a:pPr lvl="3"/>
            <a:r>
              <a:rPr lang="en-US" sz="1600" b="0">
                <a:solidFill>
                  <a:srgbClr val="E0E0E0"/>
                </a:solidFill>
              </a:rPr>
              <a:t>Fourth level</a:t>
            </a:r>
          </a:p>
          <a:p>
            <a:pPr lvl="4"/>
            <a:r>
              <a:rPr lang="en-US" sz="1600" b="0">
                <a:solidFill>
                  <a:srgbClr val="E0E0E0"/>
                </a:solidFill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4563000" y="1200000"/>
            <a:ext cx="18000" cy="3200000"/>
          </a:xfrm>
          <a:prstGeom prst="rect">
            <a:avLst/>
          </a:prstGeom>
          <a:solidFill>
            <a:srgbClr val="333355"/>
          </a:solidFill>
          <a:ln>
            <a:noFill/>
          </a:ln>
        </p:spPr>
      </p:sp>
      <p:sp>
        <p:nvSpPr>
          <p:cNvPr id="99" name="AccentBar"/>
          <p:cNvSpPr/>
          <p:nvPr/>
        </p:nvSpPr>
        <p:spPr>
          <a:xfrm>
            <a:off x="457200" y="4743500"/>
            <a:ext cx="8229600" cy="18000"/>
          </a:xfrm>
          <a:prstGeom prst="rect">
            <a:avLst/>
          </a:prstGeom>
          <a:solidFill>
            <a:srgbClr val="3333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00D2FF"/>
                </a:solidFill>
              </a:defRPr>
            </a:lvl1pPr>
            <a:lvl2pPr>
              <a:defRPr sz="2800" b="1">
                <a:solidFill>
                  <a:srgbClr val="00D2FF"/>
                </a:solidFill>
              </a:defRPr>
            </a:lvl2pPr>
            <a:lvl3pPr>
              <a:defRPr sz="2800" b="1">
                <a:solidFill>
                  <a:srgbClr val="00D2FF"/>
                </a:solidFill>
              </a:defRPr>
            </a:lvl3pPr>
            <a:lvl4pPr>
              <a:defRPr sz="2800" b="1">
                <a:solidFill>
                  <a:srgbClr val="00D2FF"/>
                </a:solidFill>
              </a:defRPr>
            </a:lvl4pPr>
            <a:lvl5pPr>
              <a:defRPr sz="2800" b="1">
                <a:solidFill>
                  <a:srgbClr val="00D2FF"/>
                </a:solidFill>
              </a:defRPr>
            </a:lvl5pPr>
          </a:lstStyle>
          <a:p>
            <a:r>
              <a:rPr lang="en-US" sz="2800" b="1">
                <a:solidFill>
                  <a:srgbClr val="00D2FF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rgbClr val="00FF88"/>
                </a:solidFill>
              </a:defRPr>
            </a:lvl1pPr>
            <a:lvl2pPr marL="342900" indent="0">
              <a:buNone/>
              <a:defRPr sz="1800" b="1">
                <a:solidFill>
                  <a:srgbClr val="00FF88"/>
                </a:solidFill>
              </a:defRPr>
            </a:lvl2pPr>
            <a:lvl3pPr marL="685800" indent="0">
              <a:buNone/>
              <a:defRPr sz="1800" b="1">
                <a:solidFill>
                  <a:srgbClr val="00FF88"/>
                </a:solidFill>
              </a:defRPr>
            </a:lvl3pPr>
            <a:lvl4pPr marL="1028700" indent="0">
              <a:buNone/>
              <a:defRPr sz="1800" b="1">
                <a:solidFill>
                  <a:srgbClr val="00FF88"/>
                </a:solidFill>
              </a:defRPr>
            </a:lvl4pPr>
            <a:lvl5pPr marL="1371600" indent="0">
              <a:buNone/>
              <a:defRPr sz="1800" b="1">
                <a:solidFill>
                  <a:srgbClr val="00FF88"/>
                </a:solidFill>
              </a:defRPr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z="1800" b="1">
                <a:solidFill>
                  <a:srgbClr val="00FF88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600" b="0">
                <a:solidFill>
                  <a:srgbClr val="E0E0E0"/>
                </a:solidFill>
              </a:defRPr>
            </a:lvl1pPr>
            <a:lvl2pPr>
              <a:defRPr sz="1600" b="0">
                <a:solidFill>
                  <a:srgbClr val="E0E0E0"/>
                </a:solidFill>
              </a:defRPr>
            </a:lvl2pPr>
            <a:lvl3pPr>
              <a:defRPr sz="1600" b="0">
                <a:solidFill>
                  <a:srgbClr val="E0E0E0"/>
                </a:solidFill>
              </a:defRPr>
            </a:lvl3pPr>
            <a:lvl4pPr>
              <a:defRPr sz="1600" b="0">
                <a:solidFill>
                  <a:srgbClr val="E0E0E0"/>
                </a:solidFill>
              </a:defRPr>
            </a:lvl4pPr>
            <a:lvl5pPr>
              <a:defRPr sz="1600" b="0">
                <a:solidFill>
                  <a:srgbClr val="E0E0E0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z="1600" b="0">
                <a:solidFill>
                  <a:srgbClr val="E0E0E0"/>
                </a:solidFill>
              </a:rPr>
              <a:t>Click to edit Master text styles</a:t>
            </a:r>
          </a:p>
          <a:p>
            <a:pPr lvl="1"/>
            <a:r>
              <a:rPr lang="en-US" sz="1600" b="0">
                <a:solidFill>
                  <a:srgbClr val="E0E0E0"/>
                </a:solidFill>
              </a:rPr>
              <a:t>Second level</a:t>
            </a:r>
          </a:p>
          <a:p>
            <a:pPr lvl="2"/>
            <a:r>
              <a:rPr lang="en-US" sz="1600" b="0">
                <a:solidFill>
                  <a:srgbClr val="E0E0E0"/>
                </a:solidFill>
              </a:rPr>
              <a:t>Third level</a:t>
            </a:r>
          </a:p>
          <a:p>
            <a:pPr lvl="3"/>
            <a:r>
              <a:rPr lang="en-US" sz="1600" b="0">
                <a:solidFill>
                  <a:srgbClr val="E0E0E0"/>
                </a:solidFill>
              </a:rPr>
              <a:t>Fourth level</a:t>
            </a:r>
          </a:p>
          <a:p>
            <a:pPr lvl="4"/>
            <a:r>
              <a:rPr lang="en-US" sz="1600" b="0">
                <a:solidFill>
                  <a:srgbClr val="E0E0E0"/>
                </a:solidFill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rgbClr val="00FF88"/>
                </a:solidFill>
              </a:defRPr>
            </a:lvl1pPr>
            <a:lvl2pPr marL="342900" indent="0">
              <a:buNone/>
              <a:defRPr sz="1800" b="1">
                <a:solidFill>
                  <a:srgbClr val="00FF88"/>
                </a:solidFill>
              </a:defRPr>
            </a:lvl2pPr>
            <a:lvl3pPr marL="685800" indent="0">
              <a:buNone/>
              <a:defRPr sz="1800" b="1">
                <a:solidFill>
                  <a:srgbClr val="00FF88"/>
                </a:solidFill>
              </a:defRPr>
            </a:lvl3pPr>
            <a:lvl4pPr marL="1028700" indent="0">
              <a:buNone/>
              <a:defRPr sz="1800" b="1">
                <a:solidFill>
                  <a:srgbClr val="00FF88"/>
                </a:solidFill>
              </a:defRPr>
            </a:lvl4pPr>
            <a:lvl5pPr marL="1371600" indent="0">
              <a:buNone/>
              <a:defRPr sz="1800" b="1">
                <a:solidFill>
                  <a:srgbClr val="00FF88"/>
                </a:solidFill>
              </a:defRPr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z="1800" b="1">
                <a:solidFill>
                  <a:srgbClr val="00FF88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600" b="0">
                <a:solidFill>
                  <a:srgbClr val="E0E0E0"/>
                </a:solidFill>
              </a:defRPr>
            </a:lvl1pPr>
            <a:lvl2pPr>
              <a:defRPr sz="1600" b="0">
                <a:solidFill>
                  <a:srgbClr val="E0E0E0"/>
                </a:solidFill>
              </a:defRPr>
            </a:lvl2pPr>
            <a:lvl3pPr>
              <a:defRPr sz="1600" b="0">
                <a:solidFill>
                  <a:srgbClr val="E0E0E0"/>
                </a:solidFill>
              </a:defRPr>
            </a:lvl3pPr>
            <a:lvl4pPr>
              <a:defRPr sz="1600" b="0">
                <a:solidFill>
                  <a:srgbClr val="E0E0E0"/>
                </a:solidFill>
              </a:defRPr>
            </a:lvl4pPr>
            <a:lvl5pPr>
              <a:defRPr sz="1600" b="0">
                <a:solidFill>
                  <a:srgbClr val="E0E0E0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z="1600" b="0">
                <a:solidFill>
                  <a:srgbClr val="E0E0E0"/>
                </a:solidFill>
              </a:rPr>
              <a:t>Click to edit Master text styles</a:t>
            </a:r>
          </a:p>
          <a:p>
            <a:pPr lvl="1"/>
            <a:r>
              <a:rPr lang="en-US" sz="1600" b="0">
                <a:solidFill>
                  <a:srgbClr val="E0E0E0"/>
                </a:solidFill>
              </a:rPr>
              <a:t>Second level</a:t>
            </a:r>
          </a:p>
          <a:p>
            <a:pPr lvl="2"/>
            <a:r>
              <a:rPr lang="en-US" sz="1600" b="0">
                <a:solidFill>
                  <a:srgbClr val="E0E0E0"/>
                </a:solidFill>
              </a:rPr>
              <a:t>Third level</a:t>
            </a:r>
          </a:p>
          <a:p>
            <a:pPr lvl="3"/>
            <a:r>
              <a:rPr lang="en-US" sz="1600" b="0">
                <a:solidFill>
                  <a:srgbClr val="E0E0E0"/>
                </a:solidFill>
              </a:rPr>
              <a:t>Fourth level</a:t>
            </a:r>
          </a:p>
          <a:p>
            <a:pPr lvl="4"/>
            <a:r>
              <a:rPr lang="en-US" sz="1600" b="0">
                <a:solidFill>
                  <a:srgbClr val="E0E0E0"/>
                </a:solidFill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457200" y="1120000"/>
            <a:ext cx="4040188" cy="510000"/>
          </a:xfrm>
          <a:prstGeom prst="rect">
            <a:avLst/>
          </a:prstGeom>
          <a:solidFill>
            <a:srgbClr val="203050"/>
          </a:solidFill>
          <a:ln>
            <a:noFill/>
          </a:ln>
        </p:spPr>
      </p:sp>
      <p:sp>
        <p:nvSpPr>
          <p:cNvPr id="99" name="AccentBar"/>
          <p:cNvSpPr/>
          <p:nvPr/>
        </p:nvSpPr>
        <p:spPr>
          <a:xfrm>
            <a:off x="4645026" y="1120000"/>
            <a:ext cx="4041775" cy="510000"/>
          </a:xfrm>
          <a:prstGeom prst="rect">
            <a:avLst/>
          </a:prstGeom>
          <a:solidFill>
            <a:srgbClr val="203050"/>
          </a:solidFill>
          <a:ln>
            <a:noFill/>
          </a:ln>
        </p:spPr>
      </p:sp>
      <p:sp>
        <p:nvSpPr>
          <p:cNvPr id="99" name="AccentBar"/>
          <p:cNvSpPr/>
          <p:nvPr/>
        </p:nvSpPr>
        <p:spPr>
          <a:xfrm>
            <a:off x="457200" y="4743500"/>
            <a:ext cx="8229600" cy="18000"/>
          </a:xfrm>
          <a:prstGeom prst="rect">
            <a:avLst/>
          </a:prstGeom>
          <a:solidFill>
            <a:srgbClr val="3333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400" b="1">
                <a:solidFill>
                  <a:srgbClr val="00D2FF"/>
                </a:solidFill>
              </a:defRPr>
            </a:lvl1pPr>
            <a:lvl2pPr>
              <a:defRPr sz="2400" b="1">
                <a:solidFill>
                  <a:srgbClr val="00D2FF"/>
                </a:solidFill>
              </a:defRPr>
            </a:lvl2pPr>
            <a:lvl3pPr>
              <a:defRPr sz="2400" b="1">
                <a:solidFill>
                  <a:srgbClr val="00D2FF"/>
                </a:solidFill>
              </a:defRPr>
            </a:lvl3pPr>
            <a:lvl4pPr>
              <a:defRPr sz="2400" b="1">
                <a:solidFill>
                  <a:srgbClr val="00D2FF"/>
                </a:solidFill>
              </a:defRPr>
            </a:lvl4pPr>
            <a:lvl5pPr>
              <a:defRPr sz="2400" b="1">
                <a:solidFill>
                  <a:srgbClr val="00D2FF"/>
                </a:solidFill>
              </a:defRPr>
            </a:lvl5pPr>
          </a:lstStyle>
          <a:p>
            <a:r>
              <a:rPr lang="en-US" sz="2400" b="1">
                <a:solidFill>
                  <a:srgbClr val="00D2FF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600" b="0">
                <a:solidFill>
                  <a:srgbClr val="E0E0E0"/>
                </a:solidFill>
              </a:defRPr>
            </a:lvl1pPr>
            <a:lvl2pPr>
              <a:defRPr sz="1600" b="0">
                <a:solidFill>
                  <a:srgbClr val="E0E0E0"/>
                </a:solidFill>
              </a:defRPr>
            </a:lvl2pPr>
            <a:lvl3pPr>
              <a:defRPr sz="1600" b="0">
                <a:solidFill>
                  <a:srgbClr val="E0E0E0"/>
                </a:solidFill>
              </a:defRPr>
            </a:lvl3pPr>
            <a:lvl4pPr>
              <a:defRPr sz="1600" b="0">
                <a:solidFill>
                  <a:srgbClr val="E0E0E0"/>
                </a:solidFill>
              </a:defRPr>
            </a:lvl4pPr>
            <a:lvl5pPr>
              <a:defRPr sz="1600" b="0">
                <a:solidFill>
                  <a:srgbClr val="E0E0E0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z="1600" b="0">
                <a:solidFill>
                  <a:srgbClr val="E0E0E0"/>
                </a:solidFill>
              </a:rPr>
              <a:t>Click to edit Master text styles</a:t>
            </a:r>
          </a:p>
          <a:p>
            <a:pPr lvl="1"/>
            <a:r>
              <a:rPr lang="en-US" sz="1600" b="0">
                <a:solidFill>
                  <a:srgbClr val="E0E0E0"/>
                </a:solidFill>
              </a:rPr>
              <a:t>Second level</a:t>
            </a:r>
          </a:p>
          <a:p>
            <a:pPr lvl="2"/>
            <a:r>
              <a:rPr lang="en-US" sz="1600" b="0">
                <a:solidFill>
                  <a:srgbClr val="E0E0E0"/>
                </a:solidFill>
              </a:rPr>
              <a:t>Third level</a:t>
            </a:r>
          </a:p>
          <a:p>
            <a:pPr lvl="3"/>
            <a:r>
              <a:rPr lang="en-US" sz="1600" b="0">
                <a:solidFill>
                  <a:srgbClr val="E0E0E0"/>
                </a:solidFill>
              </a:rPr>
              <a:t>Fourth level</a:t>
            </a:r>
          </a:p>
          <a:p>
            <a:pPr lvl="4"/>
            <a:r>
              <a:rPr lang="en-US" sz="1600" b="0">
                <a:solidFill>
                  <a:srgbClr val="E0E0E0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 b="0">
                <a:solidFill>
                  <a:srgbClr val="A0A0B0"/>
                </a:solidFill>
              </a:defRPr>
            </a:lvl1pPr>
            <a:lvl2pPr marL="342900" indent="0">
              <a:buNone/>
              <a:defRPr sz="1400" b="0">
                <a:solidFill>
                  <a:srgbClr val="A0A0B0"/>
                </a:solidFill>
              </a:defRPr>
            </a:lvl2pPr>
            <a:lvl3pPr marL="685800" indent="0">
              <a:buNone/>
              <a:defRPr sz="1400" b="0">
                <a:solidFill>
                  <a:srgbClr val="A0A0B0"/>
                </a:solidFill>
              </a:defRPr>
            </a:lvl3pPr>
            <a:lvl4pPr marL="1028700" indent="0">
              <a:buNone/>
              <a:defRPr sz="1400" b="0">
                <a:solidFill>
                  <a:srgbClr val="A0A0B0"/>
                </a:solidFill>
              </a:defRPr>
            </a:lvl4pPr>
            <a:lvl5pPr marL="1371600" indent="0">
              <a:buNone/>
              <a:defRPr sz="1400" b="0">
                <a:solidFill>
                  <a:srgbClr val="A0A0B0"/>
                </a:solidFill>
              </a:defRPr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z="1400" b="0">
                <a:solidFill>
                  <a:srgbClr val="A0A0B0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3500000" cy="5143500"/>
          </a:xfrm>
          <a:prstGeom prst="rect">
            <a:avLst/>
          </a:prstGeom>
          <a:solidFill>
            <a:srgbClr val="12182A"/>
          </a:solidFill>
          <a:ln>
            <a:noFill/>
          </a:ln>
        </p:spPr>
      </p:sp>
      <p:sp>
        <p:nvSpPr>
          <p:cNvPr id="99" name="AccentBar"/>
          <p:cNvSpPr/>
          <p:nvPr/>
        </p:nvSpPr>
        <p:spPr>
          <a:xfrm>
            <a:off x="0" y="0"/>
            <a:ext cx="3500000" cy="36000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99" name="AccentBar"/>
          <p:cNvSpPr/>
          <p:nvPr/>
        </p:nvSpPr>
        <p:spPr>
          <a:xfrm>
            <a:off x="457200" y="4743500"/>
            <a:ext cx="8229600" cy="18000"/>
          </a:xfrm>
          <a:prstGeom prst="rect">
            <a:avLst/>
          </a:prstGeom>
          <a:solidFill>
            <a:srgbClr val="3333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A0A0B0"/>
                </a:solidFill>
              </a:defRPr>
            </a:lvl1pPr>
            <a:lvl2pPr>
              <a:defRPr sz="900" b="0">
                <a:solidFill>
                  <a:srgbClr val="A0A0B0"/>
                </a:solidFill>
              </a:defRPr>
            </a:lvl2pPr>
            <a:lvl3pPr>
              <a:defRPr sz="900" b="0">
                <a:solidFill>
                  <a:srgbClr val="A0A0B0"/>
                </a:solidFill>
              </a:defRPr>
            </a:lvl3pPr>
            <a:lvl4pPr>
              <a:defRPr sz="900" b="0">
                <a:solidFill>
                  <a:srgbClr val="A0A0B0"/>
                </a:solidFill>
              </a:defRPr>
            </a:lvl4pPr>
            <a:lvl5pPr>
              <a:defRPr sz="900" b="0">
                <a:solidFill>
                  <a:srgbClr val="A0A0B0"/>
                </a:solidFill>
              </a:defRPr>
            </a:lvl5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3.xml" /><Relationship Id="rId4" Type="http://schemas.openxmlformats.org/officeDocument/2006/relationships/image" Target="../media/image2.jpg" /><Relationship Id="rId3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5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三層架構 — 五種版面展示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Operation Lab 體系化能力建構</a:t>
            </a:r>
            <a:br/>
            <a:br/>
            <a:r>
              <a:rPr/>
              <a:t>AI Operation Lab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版面一：Title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Operation Lab 體系化能力建構</a:t>
            </a:r>
          </a:p>
          <a:p>
            <a:pPr lvl="0"/>
            <a:r>
              <a:rPr b="1"/>
              <a:t>L1 — Learning Environment</a:t>
            </a:r>
            <a:r>
              <a:rPr/>
              <a:t>：敢用、會用、不怕用錯 → 解決「我不知道怎麼開始」</a:t>
            </a:r>
          </a:p>
          <a:p>
            <a:pPr lvl="0"/>
            <a:r>
              <a:rPr b="1"/>
              <a:t>L2 — Operation Method</a:t>
            </a:r>
            <a:r>
              <a:rPr/>
              <a:t>：會設計 AI 工作方式 → 解決「AI 沒辦法真的幫我」</a:t>
            </a:r>
          </a:p>
          <a:p>
            <a:pPr lvl="0"/>
            <a:r>
              <a:rPr b="1"/>
              <a:t>L3 — Evolution Path</a:t>
            </a:r>
            <a:r>
              <a:rPr/>
              <a:t>：具備持續進化能力 → 解決「怎麼不被 AI 淘汰」</a:t>
            </a:r>
          </a:p>
          <a:p>
            <a:pPr lvl="0" indent="0" marL="0">
              <a:buNone/>
            </a:pPr>
            <a:r>
              <a:rPr/>
              <a:t>每一層都建立在前一層的基礎上，形成可持續的 AI 能力成長體系。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版面二：Two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層級與名稱</a:t>
            </a:r>
          </a:p>
          <a:p>
            <a:pPr lvl="0"/>
            <a:r>
              <a:rPr b="1"/>
              <a:t>L1</a:t>
            </a:r>
            <a:r>
              <a:rPr/>
              <a:t> Learning Environment</a:t>
            </a:r>
          </a:p>
          <a:p>
            <a:pPr lvl="0"/>
            <a:r>
              <a:rPr b="1"/>
              <a:t>L2</a:t>
            </a:r>
            <a:r>
              <a:rPr/>
              <a:t> Operation Method</a:t>
            </a:r>
          </a:p>
          <a:p>
            <a:pPr lvl="0"/>
            <a:r>
              <a:rPr b="1"/>
              <a:t>L3</a:t>
            </a:r>
            <a:r>
              <a:rPr/>
              <a:t> Evolution Path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核心目的與痛點</a:t>
            </a:r>
          </a:p>
          <a:p>
            <a:pPr lvl="0"/>
            <a:r>
              <a:rPr/>
              <a:t>敢用、會用、不怕用錯 →「我不知道怎麼開始」</a:t>
            </a:r>
          </a:p>
          <a:p>
            <a:pPr lvl="0"/>
            <a:r>
              <a:rPr/>
              <a:t>會設計 AI 工作方式 →「AI 沒辦法真的幫我」</a:t>
            </a:r>
          </a:p>
          <a:p>
            <a:pPr lvl="0"/>
            <a:r>
              <a:rPr/>
              <a:t>具備持續進化能力 →「怎麼不被 AI 淘汰」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版面三：Comparison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企業痛點</a:t>
            </a:r>
          </a:p>
        </p:txBody>
      </p:sp>
      <p:pic>
        <p:nvPicPr>
          <p:cNvPr descr="images/circuit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7526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Operation Lab 三層解方</a:t>
            </a:r>
          </a:p>
        </p:txBody>
      </p:sp>
      <p:pic>
        <p:nvPicPr>
          <p:cNvPr descr="images/robot.jp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635500" y="17526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版面四：Content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三層架構是 AI Operation Lab 的核心設計理念。從個人的「敢用」到組織的「持續進化」，每一層都解決企業導入 AI 的具體痛點。L1 建立安全環境、L2 建立方法論、L3 建立進化路徑。</a:t>
            </a:r>
          </a:p>
        </p:txBody>
      </p:sp>
      <p:pic>
        <p:nvPicPr>
          <p:cNvPr descr="images/teamwork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版面五：背景圖 + 標題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三層架構 — L1 · L2 · L3</a:t>
            </a:r>
          </a:p>
          <a:p>
            <a:pPr lvl="0" indent="0" marL="0">
              <a:buNone/>
            </a:pPr>
            <a:r>
              <a:rPr/>
              <a:t>從「敢用」到「會用」到「持續進化」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版面對照總結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Pandoc 自動選用的 Layout</a:t>
            </a:r>
          </a:p>
          <a:p>
            <a:pPr lvl="0"/>
            <a:r>
              <a:rPr b="1"/>
              <a:t>Title and Content</a:t>
            </a:r>
            <a:r>
              <a:rPr/>
              <a:t> — 純文字條列</a:t>
            </a:r>
          </a:p>
          <a:p>
            <a:pPr lvl="0"/>
            <a:r>
              <a:rPr b="1"/>
              <a:t>Two Content</a:t>
            </a:r>
            <a:r>
              <a:rPr/>
              <a:t> — 雙欄純文字</a:t>
            </a:r>
          </a:p>
          <a:p>
            <a:pPr lvl="0"/>
            <a:r>
              <a:rPr b="1"/>
              <a:t>Comparison</a:t>
            </a:r>
            <a:r>
              <a:rPr/>
              <a:t> — 雙欄含圖</a:t>
            </a:r>
          </a:p>
          <a:p>
            <a:pPr lvl="0"/>
            <a:r>
              <a:rPr b="1"/>
              <a:t>Content with Caption</a:t>
            </a:r>
            <a:r>
              <a:rPr/>
              <a:t> — 文字 + 圖</a:t>
            </a:r>
          </a:p>
          <a:p>
            <a:pPr lvl="0"/>
            <a:r>
              <a:rPr b="1"/>
              <a:t>Blank</a:t>
            </a:r>
            <a:r>
              <a:rPr/>
              <a:t> — 背景圖（無標題）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觸發條件</a:t>
            </a:r>
          </a:p>
          <a:p>
            <a:pPr lvl="0"/>
            <a:r>
              <a:rPr/>
              <a:t>只有文字 → Title and Content</a:t>
            </a:r>
          </a:p>
          <a:p>
            <a:pPr lvl="0"/>
            <a:r>
              <a:rPr/>
              <a:t>columns + 純文字 → Two Content</a:t>
            </a:r>
          </a:p>
          <a:p>
            <a:pPr lvl="0"/>
            <a:r>
              <a:rPr/>
              <a:t>columns + 文字+圖 → Comparison</a:t>
            </a:r>
          </a:p>
          <a:p>
            <a:pPr lvl="0"/>
            <a:r>
              <a:rPr/>
              <a:t>文字後接圖片 → Content with Caption</a:t>
            </a:r>
          </a:p>
          <a:p>
            <a:pPr lvl="0"/>
            <a:r>
              <a:rPr/>
              <a:t>background-image → Blank 或搭配標題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三層架構 — 五種版面展示</dc:title>
  <dc:creator>AI Operation Lab Team</dc:creator>
  <cp:keywords/>
  <dcterms:created xsi:type="dcterms:W3CDTF">2026-01-30T07:13:35Z</dcterms:created>
  <dcterms:modified xsi:type="dcterms:W3CDTF">2026-01-30T07:13:35Z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2026-01-29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AI Operation Lab 體系化能力建構</vt:lpwstr>
  </property>
  <property fmtid="{D5CDD505-2E9C-101B-9397-08002B2CF9AE}" pid="11" name="toc-title">
    <vt:lpwstr>Table of contents</vt:lpwstr>
  </property>
</Properties>
</file>